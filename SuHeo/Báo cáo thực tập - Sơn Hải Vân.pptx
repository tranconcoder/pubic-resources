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7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9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0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1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2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3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4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topwatch_w.svg"/><Relationship Id="rId9" Type="http://schemas.openxmlformats.org/officeDocument/2006/relationships/image" Target="../media/ic_swash_pale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mage9.png"/><Relationship Id="rId7" Type="http://schemas.openxmlformats.org/officeDocument/2006/relationships/image" Target="../media/image35.png"/><Relationship Id="rId8" Type="http://schemas.openxmlformats.org/officeDocument/2006/relationships/image" Target="../media/image7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40.png"/><Relationship Id="rId7" Type="http://schemas.openxmlformats.org/officeDocument/2006/relationships/image" Target="../media/image8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jpg"/><Relationship Id="rId8" Type="http://schemas.openxmlformats.org/officeDocument/2006/relationships/image" Target="../media/ic_brush_amber.svg"/><Relationship Id="rId9" Type="http://schemas.openxmlformats.org/officeDocument/2006/relationships/image" Target="../media/ic_flame_w.svg"/><Relationship Id="rId10" Type="http://schemas.openxmlformats.org/officeDocument/2006/relationships/image" Target="../media/ic_gasmask_w.svg"/><Relationship Id="rId11" Type="http://schemas.openxmlformats.org/officeDocument/2006/relationships/image" Target="../media/ic_hex_pale.svg"/><Relationship Id="rId12" Type="http://schemas.openxmlformats.org/officeDocument/2006/relationships/image" Target="../media/ic_swash_pale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4.png"/><Relationship Id="rId6" Type="http://schemas.openxmlformats.org/officeDocument/2006/relationships/image" Target="../media/image8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5.jp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moke_air_w.svg"/><Relationship Id="rId12" Type="http://schemas.openxmlformats.org/officeDocument/2006/relationships/image" Target="../media/ic_solid_waste_w.svg"/><Relationship Id="rId13" Type="http://schemas.openxmlformats.org/officeDocument/2006/relationships/image" Target="../media/ic_swash_pale.svg"/><Relationship Id="rId14" Type="http://schemas.openxmlformats.org/officeDocument/2006/relationships/image" Target="../media/ic_water_waste_w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8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655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655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29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655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1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655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2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6000" y="2196217"/>
            <a:ext cx="4288000" cy="373756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p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000" y="2230217"/>
            <a:ext cx="4220000" cy="366956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6000" y="5949782"/>
            <a:ext cx="428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Sơn phủ bảo vệ thân tàu (minh họa)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457" y="1855000"/>
            <a:ext cx="8408780" cy="44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22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opwatch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4640" y="2404712"/>
            <a:ext cx="3808000" cy="332057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e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40" y="2438712"/>
            <a:ext cx="3740000" cy="32525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64640" y="5741287"/>
            <a:ext cx="380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Trang bị bảo hộ khi làm việc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640" y="2138808"/>
            <a:ext cx="4418000" cy="3852383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st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172808"/>
            <a:ext cx="4350000" cy="37843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4640" y="6007191"/>
            <a:ext cx="441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Hệ thống xử lý nước thải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8640" y="1830000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8640" y="2188333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moke_air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22640" y="2312333"/>
            <a:ext cx="372000" cy="3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8640" y="1830000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Chụp hút → than hoạt tính / buồng đốt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8640" y="3396666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98640" y="3754999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ter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22640" y="3878999"/>
            <a:ext cx="372000" cy="372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38640" y="3396666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8640" y="4963332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98640" y="5321665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olid_waste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22640" y="5445665"/>
            <a:ext cx="372000" cy="3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38640" y="4963332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đơn vị xử lý nguy hại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